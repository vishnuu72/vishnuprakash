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  <p:sldId id="270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371600" y="2920901"/>
            <a:ext cx="86106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</a:t>
            </a:r>
            <a:r>
              <a:rPr lang="en-US" sz="2400" dirty="0" smtClean="0"/>
              <a:t>NAME:VISHNU PRAKASH S </a:t>
            </a:r>
            <a:endParaRPr lang="en-US" sz="2400" dirty="0"/>
          </a:p>
          <a:p>
            <a:r>
              <a:rPr lang="en-US" sz="2400" dirty="0"/>
              <a:t>REGISTER NO AND </a:t>
            </a:r>
            <a:r>
              <a:rPr lang="en-US" sz="2400" dirty="0" smtClean="0"/>
              <a:t>NMID:2428B0364</a:t>
            </a:r>
            <a:endParaRPr lang="en-US" sz="2400" dirty="0">
              <a:cs typeface="Calibri"/>
            </a:endParaRPr>
          </a:p>
          <a:p>
            <a:r>
              <a:rPr lang="en-US" sz="2400" dirty="0" smtClean="0"/>
              <a:t>DEPARTMENT:B.SC COMPUTER SCIENCE WITH DATA ANALYTICS</a:t>
            </a:r>
            <a:endParaRPr lang="en-US" sz="2400" dirty="0"/>
          </a:p>
          <a:p>
            <a:r>
              <a:rPr lang="en-US" sz="2400" dirty="0" smtClean="0"/>
              <a:t>COLLEGE:KPR COLLAGE OF ARTS SCIENCE AND RESEARCH</a:t>
            </a:r>
          </a:p>
          <a:p>
            <a:r>
              <a:rPr lang="en-US" sz="2400" dirty="0" smtClean="0"/>
              <a:t>UNIVERSITY:BHARATHIYAR UNIVERSITY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564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800" dirty="0">
                <a:latin typeface="Arial Black" panose="020B0A04020102020204" pitchFamily="34" charset="0"/>
              </a:rPr>
              <a:t>Workshops, Certifications, Training, Attendance</a:t>
            </a:r>
            <a:endParaRPr lang="en-IN" sz="28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Rectangle 8"/>
          <p:cNvSpPr/>
          <p:nvPr/>
        </p:nvSpPr>
        <p:spPr>
          <a:xfrm>
            <a:off x="1600200" y="20193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Students lack a structured platform to present their skills, projects, and achievements.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Traditional resumes do not highlight practical exposure, certifications, or workshops.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Recruiters face challenges in evaluating technical expertise and learning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digital portfolio system</a:t>
            </a:r>
            <a:r>
              <a:rPr lang="en-US" sz="2400" dirty="0"/>
              <a:t> is needed to present a professional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33400" y="2209800"/>
            <a:ext cx="7696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is about creating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Portfolio Platform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Showcases academic details, projects, certifications, and workshops in a structured manner.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career opportunities by making profiles more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and professional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an easy way to update and present achievements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Rectangle 6"/>
          <p:cNvSpPr/>
          <p:nvPr/>
        </p:nvSpPr>
        <p:spPr>
          <a:xfrm>
            <a:off x="692044" y="21336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Students</a:t>
            </a:r>
            <a:r>
              <a:rPr lang="en-US" sz="2400" dirty="0"/>
              <a:t> – Showcase their learning, projects, and certifications.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Recruiters/Companies</a:t>
            </a:r>
            <a:r>
              <a:rPr lang="en-US" sz="2400" dirty="0"/>
              <a:t> – Evaluate students beyond resumes.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Educational Institutions</a:t>
            </a:r>
            <a:r>
              <a:rPr lang="en-US" sz="2400" dirty="0"/>
              <a:t> – Monitor student participation and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Peers &amp; Mentors</a:t>
            </a:r>
            <a:r>
              <a:rPr lang="en-US" sz="2400" dirty="0"/>
              <a:t> – Collaborate, inspire, and provide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" name="Rectangle 9"/>
          <p:cNvSpPr/>
          <p:nvPr/>
        </p:nvSpPr>
        <p:spPr>
          <a:xfrm>
            <a:off x="3124200" y="228155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Frontend:</a:t>
            </a:r>
            <a:r>
              <a:rPr lang="en-US" altLang="en-US" sz="2400" dirty="0">
                <a:latin typeface="Arial" panose="020B0604020202020204" pitchFamily="34" charset="0"/>
              </a:rPr>
              <a:t> HTML, CSS, JavaScript, Bootstrap/React.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Backend:</a:t>
            </a:r>
            <a:r>
              <a:rPr lang="en-US" altLang="en-US" sz="2400" dirty="0">
                <a:latin typeface="Arial" panose="020B0604020202020204" pitchFamily="34" charset="0"/>
              </a:rPr>
              <a:t> Node.js / Python Flask / Django.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Database:</a:t>
            </a:r>
            <a:r>
              <a:rPr lang="en-US" altLang="en-US" sz="2400" dirty="0">
                <a:latin typeface="Arial" panose="020B0604020202020204" pitchFamily="34" charset="0"/>
              </a:rPr>
              <a:t> MySQL / MongoDB.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Design Tools: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</a:rPr>
              <a:t>Canva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</a:rPr>
              <a:t>Figma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Version Control:</a:t>
            </a:r>
            <a:r>
              <a:rPr lang="en-US" altLang="en-US" sz="2400" dirty="0">
                <a:latin typeface="Arial" panose="020B0604020202020204" pitchFamily="34" charset="0"/>
              </a:rPr>
              <a:t> GitHub.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Hosting:</a:t>
            </a:r>
            <a:r>
              <a:rPr lang="en-US" altLang="en-US" sz="2400" dirty="0">
                <a:latin typeface="Arial" panose="020B0604020202020204" pitchFamily="34" charset="0"/>
              </a:rPr>
              <a:t> GitHub Pages / </a:t>
            </a:r>
            <a:r>
              <a:rPr lang="en-US" altLang="en-US" sz="2400" dirty="0" err="1">
                <a:latin typeface="Arial" panose="020B0604020202020204" pitchFamily="34" charset="0"/>
              </a:rPr>
              <a:t>Netlify</a:t>
            </a:r>
            <a:r>
              <a:rPr lang="en-US" altLang="en-US" sz="2400" dirty="0">
                <a:latin typeface="Arial" panose="020B0604020202020204" pitchFamily="34" charset="0"/>
              </a:rPr>
              <a:t> / </a:t>
            </a:r>
            <a:r>
              <a:rPr lang="en-US" altLang="en-US" sz="2400" dirty="0" err="1">
                <a:latin typeface="Arial" panose="020B0604020202020204" pitchFamily="34" charset="0"/>
              </a:rPr>
              <a:t>Vercel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1112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38549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Homepage:</a:t>
            </a:r>
            <a:r>
              <a:rPr lang="en-US" altLang="en-US" sz="2400" dirty="0">
                <a:latin typeface="Arial" panose="020B0604020202020204" pitchFamily="34" charset="0"/>
              </a:rPr>
              <a:t> Photo, introduction, contact details.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About Section:</a:t>
            </a:r>
            <a:r>
              <a:rPr lang="en-US" altLang="en-US" sz="2400" dirty="0">
                <a:latin typeface="Arial" panose="020B0604020202020204" pitchFamily="34" charset="0"/>
              </a:rPr>
              <a:t> Education, skills, career objectives.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Projects Section:</a:t>
            </a:r>
            <a:r>
              <a:rPr lang="en-US" altLang="en-US" sz="2400" dirty="0">
                <a:latin typeface="Arial" panose="020B0604020202020204" pitchFamily="34" charset="0"/>
              </a:rPr>
              <a:t> With descriptions, screenshots, and GitHub links.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Certifications &amp; Workshops:</a:t>
            </a:r>
            <a:r>
              <a:rPr lang="en-US" altLang="en-US" sz="2400" dirty="0">
                <a:latin typeface="Arial" panose="020B0604020202020204" pitchFamily="34" charset="0"/>
              </a:rPr>
              <a:t> Highlighting technical expertise.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Training &amp; Attendance:</a:t>
            </a:r>
            <a:r>
              <a:rPr lang="en-US" altLang="en-US" sz="2400" dirty="0">
                <a:latin typeface="Arial" panose="020B0604020202020204" pitchFamily="34" charset="0"/>
              </a:rPr>
              <a:t> Proof of active participation.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Responsive Layout:</a:t>
            </a:r>
            <a:r>
              <a:rPr lang="en-US" altLang="en-US" sz="2400" dirty="0">
                <a:latin typeface="Arial" panose="020B0604020202020204" pitchFamily="34" charset="0"/>
              </a:rPr>
              <a:t> Accessible across </a:t>
            </a:r>
            <a:endParaRPr lang="en-IN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05000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Easy profile customization and updates.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Organized sections for education, projects, and certifications.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Integration of GitHub links for live projects.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Downloadable resume option.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Contact and social media integration.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Mobile-friendly, responsive design.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706790" y="1199342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Successfully developed a professional portfolio with structured sections.</a:t>
            </a:r>
          </a:p>
          <a:p>
            <a:r>
              <a:rPr lang="en-US"/>
              <a:t>Screenshots include:</a:t>
            </a:r>
          </a:p>
          <a:p>
            <a:pPr lvl="1"/>
            <a:r>
              <a:rPr lang="en-US"/>
              <a:t>Homepage with profile introduction.</a:t>
            </a:r>
          </a:p>
          <a:p>
            <a:pPr lvl="1"/>
            <a:r>
              <a:rPr lang="en-US"/>
              <a:t>Project showcase with GitHub links.</a:t>
            </a:r>
          </a:p>
          <a:p>
            <a:pPr lvl="1"/>
            <a:r>
              <a:rPr lang="en-US"/>
              <a:t>Certifications and workshops displayed neatly.</a:t>
            </a:r>
          </a:p>
          <a:p>
            <a:pPr lvl="1"/>
            <a:r>
              <a:rPr lang="en-US"/>
              <a:t>Attendance and training modules added.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2071688"/>
            <a:ext cx="7115175" cy="4786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4816" y="21336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Digital Portfolio ensures </a:t>
            </a:r>
            <a:r>
              <a:rPr lang="en-US" altLang="en-US" sz="2400" b="1" dirty="0">
                <a:latin typeface="Arial" panose="020B0604020202020204" pitchFamily="34" charset="0"/>
              </a:rPr>
              <a:t>better visibility for students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Helps recruiters identify </a:t>
            </a:r>
            <a:r>
              <a:rPr lang="en-US" altLang="en-US" sz="2400" b="1" dirty="0">
                <a:latin typeface="Arial" panose="020B0604020202020204" pitchFamily="34" charset="0"/>
              </a:rPr>
              <a:t>skilled candidates quickly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Encourages students to actively participate in </a:t>
            </a:r>
            <a:r>
              <a:rPr lang="en-US" altLang="en-US" sz="2400" b="1" dirty="0">
                <a:latin typeface="Arial" panose="020B0604020202020204" pitchFamily="34" charset="0"/>
              </a:rPr>
              <a:t>workshops and training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Future Scope: Adding AI-based resume analyzers and recruiter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LINK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057400" y="2209800"/>
            <a:ext cx="565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hlinkClick r:id="rId2" action="ppaction://hlinksldjump"/>
              </a:rPr>
              <a:t>https://vishnuu72.github.io/vishnuprakash/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7456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455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  <vt:lpstr>GITHUB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KPRCAS</cp:lastModifiedBy>
  <cp:revision>24</cp:revision>
  <dcterms:created xsi:type="dcterms:W3CDTF">2024-03-29T15:07:22Z</dcterms:created>
  <dcterms:modified xsi:type="dcterms:W3CDTF">2025-09-02T07:18:14Z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